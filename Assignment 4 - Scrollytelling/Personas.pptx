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0688625" cx="75628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chojlw40zLDZLnNTXARJLQnXy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7" orient="horz"/>
        <p:guide pos="238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410" y="685800"/>
            <a:ext cx="242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2216150" y="685800"/>
            <a:ext cx="242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257783" y="1547391"/>
            <a:ext cx="70464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257776" y="5889935"/>
            <a:ext cx="7046400" cy="16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257776" y="4469940"/>
            <a:ext cx="7046400" cy="17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257776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7"/>
          <p:cNvSpPr txBox="1"/>
          <p:nvPr>
            <p:ph idx="2" type="body"/>
          </p:nvPr>
        </p:nvSpPr>
        <p:spPr>
          <a:xfrm>
            <a:off x="3996401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257776" y="1154659"/>
            <a:ext cx="2322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257776" y="2887895"/>
            <a:ext cx="2322300" cy="6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05437" y="935511"/>
            <a:ext cx="5266200" cy="85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3781050" y="-260"/>
            <a:ext cx="37809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219569" y="2562809"/>
            <a:ext cx="3345300" cy="30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219569" y="5825407"/>
            <a:ext cx="33453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4084973" y="1504787"/>
            <a:ext cx="3173100" cy="76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257776" y="8792066"/>
            <a:ext cx="49611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hasCustomPrompt="1" type="title"/>
          </p:nvPr>
        </p:nvSpPr>
        <p:spPr>
          <a:xfrm>
            <a:off x="257776" y="2298771"/>
            <a:ext cx="70464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257776" y="6551017"/>
            <a:ext cx="7046400" cy="27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338200" y="2037925"/>
            <a:ext cx="2908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Liam Parker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320350" y="2823125"/>
            <a:ext cx="2337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410225" y="4268600"/>
            <a:ext cx="36762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Apartment studio in North York/Simcoe</a:t>
            </a: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1536475" y="5464225"/>
            <a:ext cx="5371500" cy="1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Liam</a:t>
            </a:r>
            <a:r>
              <a:rPr lang="en" sz="1800">
                <a:solidFill>
                  <a:schemeClr val="dk2"/>
                </a:solidFill>
              </a:rPr>
              <a:t>,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 young professional who </a:t>
            </a:r>
            <a:r>
              <a:rPr lang="en" sz="1800">
                <a:solidFill>
                  <a:schemeClr val="dk2"/>
                </a:solidFill>
              </a:rPr>
              <a:t>was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working in Loblaws as an analyst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" sz="1800">
                <a:solidFill>
                  <a:schemeClr val="dk2"/>
                </a:solidFill>
              </a:rPr>
              <a:t>ost his job. So he 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 currently looking to upskill himself in AI.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732775" y="7962575"/>
            <a:ext cx="51753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Liam is searching for affordable upskilling options in AI, either by doing a Master’s or any professional certifications in the GTA/ Durham region.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" title="Persona 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050" y="1851350"/>
            <a:ext cx="1827676" cy="2554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